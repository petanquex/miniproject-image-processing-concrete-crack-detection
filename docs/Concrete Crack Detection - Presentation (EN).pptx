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1] Hello, today we present our project: Concrete Crack Detection using traditional image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1] Motivated by the earthquake; cracks are an early warning sign, but manual inspection is slow and inconsistent.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1] Goal: separate real cracks from normal texture, using traditional IP only, tested on 118 CrackForest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2] Four-step pipeline; steps 3-4 mainly clean up the noise that step 2 picks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2] Walk through each step: pre-processing, adaptive threshold, morphology, shape analysis. Parameters from grid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3] Pixel-level evaluation, separate train/test, and no accuracy because the data is imbalanced.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3] Explain the metrics: count TP/FP/FN per pixel. Precision = how much of what we predicted is right, Recall = how much of the real cracks we found, IoU/Dice combine both into one overlap score. Dice is the headline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3] Headline Dice 0.5024 from 0.3201; the big change is precision more than doubling.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3] Adaptive beats the others on 102/118 images because edge and Otsu are fooled by texture and shadows.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2] Lesson: the old aspect-ratio criterion discarded curved cracks; switching to circularity clearly helped.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3] Good and failing cases; some failures are ground-truth issues, not the system's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[Member 1] Future work toward Edge AI / drones; the pipeline is fast enough. Conclusion and thanks.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44348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48920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3108960" y="44348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48920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217920" y="44348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8920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326880" y="44348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4892040"/>
            <a:ext cx="1554480" cy="365760"/>
          </a:xfrm>
          <a:prstGeom prst="line">
            <a:avLst/>
          </a:prstGeom>
          <a:noFill/>
          <a:ln w="381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· MINI PROJECT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Crack Detection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structural cracks with traditional image processing — no deep learning — evaluated on 118 CrackForest images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Member 2  ·  Member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automatic crack detection matters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year's earthquake affecting Thailand put the safety of buildings and infrastructure in focus. Cracks on concrete walls and columns are one of the earliest warning signs of structural deterioration.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0" y="187452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86600" y="214884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26680" y="19842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slow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 hard-to-reach areas take time and cost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301752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86600" y="329184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26680" y="31272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vary by inspector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individual experience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0" y="416052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86600" y="443484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26680" y="42702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screening aid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computer flag where to re-check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E333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cracks on concrete and separate real structural cracks from normal rough texture, pores, or stains.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054096"/>
            <a:ext cx="128016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443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image processing only (OpenCV); no deep learning, to prove the underlying math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274320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3054096"/>
            <a:ext cx="128016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9443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340156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CrackForest, 118 images 480×320 with pixel-level ground truth (converted from .mat to PNG)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837176"/>
            <a:ext cx="128016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7274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split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18464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image prep · Member 2 algorithm &amp; tuning · Member 3 evaluation &amp; summary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2200" y="452628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4837176"/>
            <a:ext cx="128016" cy="128016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72744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518464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grading, real-world width in mm, and real-time video processing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Overview — 4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photo to a clean crack mask</a:t>
            </a:r>
            <a:endParaRPr lang="en-US" sz="1500" dirty="0"/>
          </a:p>
        </p:txBody>
      </p:sp>
      <p:pic>
        <p:nvPicPr>
          <p:cNvPr id="4" name="Image 0" descr="/sessions/eager-charming-feynman/mnt/MiniProject/docs/figures/pipeline_st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828800"/>
            <a:ext cx="868680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→ contrast → Adaptive Threshold (still noisy) → Morphology → shape filter → final,  vs. ground truth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output of each step (image 001 top row, 074 bottom row)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697480" cy="356616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23060" y="2057400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16230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Gaussian blur, CLAHE contrast so dark cracks stand 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3374136"/>
            <a:ext cx="237744" cy="292608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737360"/>
            <a:ext cx="2697480" cy="356616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4860" y="2057400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45948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5661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compares each pixel to its neighbourhood; robust to uneven light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3374136"/>
            <a:ext cx="237744" cy="292608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737360"/>
            <a:ext cx="2697480" cy="356616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66660" y="2057400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Text 15"/>
          <p:cNvSpPr/>
          <p:nvPr/>
        </p:nvSpPr>
        <p:spPr>
          <a:xfrm>
            <a:off x="75666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Morphological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35661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reconnects broken cracks; Opening removes small noise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99448" y="3374136"/>
            <a:ext cx="237744" cy="292608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21" name="Shape 19"/>
          <p:cNvSpPr/>
          <p:nvPr/>
        </p:nvSpPr>
        <p:spPr>
          <a:xfrm>
            <a:off x="9555480" y="1737360"/>
            <a:ext cx="2697480" cy="356616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38460" y="2057400"/>
            <a:ext cx="731520" cy="7315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3" name="Text 21"/>
          <p:cNvSpPr/>
          <p:nvPr/>
        </p:nvSpPr>
        <p:spPr>
          <a:xfrm>
            <a:off x="105384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3836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Analysis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84080" y="35661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area + circularity; keep thin lines, drop round blobs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come from grid search, not guesswork (stored in outputs/tuned_params.json)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 pixel, with a separate train / test split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67128"/>
            <a:ext cx="475488" cy="475488"/>
          </a:xfrm>
          <a:prstGeom prst="ellipse">
            <a:avLst/>
          </a:prstGeom>
          <a:solidFill>
            <a:srgbClr val="2E33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held-out split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fitted on 59 images, then scored on 59 unseen images. The gap is only 0.001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84448"/>
            <a:ext cx="475488" cy="475488"/>
          </a:xfrm>
          <a:prstGeom prst="ellipse">
            <a:avLst/>
          </a:prstGeom>
          <a:solidFill>
            <a:srgbClr val="2E333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84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333756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good AND stable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training set into 5 folds and choose the max of (mean − std) to avoid flukes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001768"/>
            <a:ext cx="475488" cy="475488"/>
          </a:xfrm>
          <a:prstGeom prst="ellipse">
            <a:avLst/>
          </a:prstGeom>
          <a:solidFill>
            <a:srgbClr val="2E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001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75488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Accuracy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Cracks are only 2.29% of pixels; predicting "no crack" already scores 0.977 — use IoU and Dice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 pixel: predicted mask vs. ground truth</a:t>
            </a:r>
            <a:endParaRPr lang="en-US" sz="1500" dirty="0"/>
          </a:p>
        </p:txBody>
      </p:sp>
      <p:pic>
        <p:nvPicPr>
          <p:cNvPr id="4" name="Image 0" descr="/sessions/eager-charming-feynman/mnt/MiniProject/docs/figures/metric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757" y="1737360"/>
            <a:ext cx="5614165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29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   </a:t>
            </a:r>
            <a:pPr algn="ctr" indent="0" marL="0">
              <a:buNone/>
            </a:pPr>
            <a:r>
              <a:rPr lang="en-US" sz="140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over-predicted   </a:t>
            </a:r>
            <a:pPr algn="ctr" indent="0" marL="0">
              <a:buNone/>
            </a:pPr>
            <a:r>
              <a:rPr lang="en-US" sz="1400" b="1" dirty="0">
                <a:solidFill>
                  <a:srgbClr val="2E5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5440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118 real images:  TP 180,802 · FP 171,802 · FN 233,636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1737360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8470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2940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629400" y="241401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crack pixels, how many are correct (cuts false alarms)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2862072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29400" y="3364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326880" y="29535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29400" y="353872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crack pixels, how many were found (cuts misses)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3986784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40965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629400" y="44897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 + FN)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326880" y="40782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629400" y="466344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of the two areas · the segmentation standard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5111496"/>
            <a:ext cx="5120640" cy="1024128"/>
          </a:xfrm>
          <a:prstGeom prst="roundRect">
            <a:avLst>
              <a:gd name="adj" fmla="val 5357"/>
            </a:avLst>
          </a:prstGeom>
          <a:solidFill>
            <a:srgbClr val="FBEEDD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52212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6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 (F1)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629400" y="56144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2·TP / (2·TP + FP + FN)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326880" y="52029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567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629400" y="578815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 &amp; R · the headline number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pixel-level metrics over all 118 real images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(F1)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0.5024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0.3201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0.3533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0.2051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0.5273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0.2479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173736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06840" y="2240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0.5732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006840" y="2907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0.5982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 progression across tuning rounds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77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567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more than doubled — the system stopped calling plain texture a crack, while Recall barely dropped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Compared to Other Methods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tuned the same way, all four steps active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005840"/>
                <a:gridCol w="8229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(held-out)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(118)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171,802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463,628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Otsu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392,289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6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1,457,995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5577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&amp; Sobel respond to sudden brightness changes — everywhere on pavement from asphalt texture, stain edges and shadows. Otsu uses one global threshold, so it grabs shadows as cracks. Adaptive asks the more specific question: is this pixel darker than its neighbours?</a:t>
            </a:r>
            <a:endParaRPr lang="en-US" sz="1400" dirty="0"/>
          </a:p>
        </p:txBody>
      </p:sp>
      <p:pic>
        <p:nvPicPr>
          <p:cNvPr id="6" name="Image 0" descr="/sessions/eager-charming-feynman/mnt/MiniProject/docs/figures/method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600325"/>
            <a:ext cx="5120640" cy="24803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0" y="5806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masks from each method on the same image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Lesson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shape criterion (aspect ratio) made results worse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bounding box assumes a crack is straight — a T-shaped or branching crack has a near-square box and gets discarded whole.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4·π·area / perimeter² does not depend on curvature, so thin cracks pass however much they bend. Images that scored 0.0000 came back to 0.58.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 (new)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0" y="2121408"/>
            <a:ext cx="2286000" cy="274320"/>
          </a:xfrm>
          <a:prstGeom prst="rect">
            <a:avLst/>
          </a:prstGeom>
          <a:solidFill>
            <a:srgbClr val="3A404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0" y="2121408"/>
            <a:ext cx="2179181" cy="2743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20848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0.5243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761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shape filter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0" y="2779776"/>
            <a:ext cx="2286000" cy="274320"/>
          </a:xfrm>
          <a:prstGeom prst="rect">
            <a:avLst/>
          </a:prstGeom>
          <a:solidFill>
            <a:srgbClr val="3A4046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0" y="2779776"/>
            <a:ext cx="2161725" cy="274320"/>
          </a:xfrm>
          <a:prstGeom prst="rect">
            <a:avLst/>
          </a:prstGeom>
          <a:solidFill>
            <a:srgbClr val="6B747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27432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34198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criteria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3438144"/>
            <a:ext cx="2286000" cy="274320"/>
          </a:xfrm>
          <a:prstGeom prst="rect">
            <a:avLst/>
          </a:prstGeom>
          <a:solidFill>
            <a:srgbClr val="3A4046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0" y="3438144"/>
            <a:ext cx="2090651" cy="274320"/>
          </a:xfrm>
          <a:prstGeom prst="rect">
            <a:avLst/>
          </a:prstGeom>
          <a:solidFill>
            <a:srgbClr val="6B747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34015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0.5030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4078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(old)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0" y="4096512"/>
            <a:ext cx="2286000" cy="274320"/>
          </a:xfrm>
          <a:prstGeom prst="rect">
            <a:avLst/>
          </a:prstGeom>
          <a:solidFill>
            <a:srgbClr val="3A4046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4096512"/>
            <a:ext cx="2076935" cy="274320"/>
          </a:xfrm>
          <a:prstGeom prst="rect">
            <a:avLst/>
          </a:prstGeom>
          <a:solidFill>
            <a:srgbClr val="6B747B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40599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0.4997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029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Dice on training images. The old criterion (0.4997) is worse than no shape filter (0.5201) — the new one (0.5243) is the first to justify this step.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6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· ground truth · prediction · overlay</a:t>
            </a:r>
            <a:endParaRPr lang="en-US" sz="1500" dirty="0"/>
          </a:p>
        </p:txBody>
      </p:sp>
      <p:pic>
        <p:nvPicPr>
          <p:cNvPr id="4" name="Image 0" descr="/sessions/eager-charming-feynman/mnt/MiniProject/docs/figures/success_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626" y="1691640"/>
            <a:ext cx="3546987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120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— clear crack contrast and a uniform background</a:t>
            </a:r>
            <a:endParaRPr lang="en-US" sz="1200" dirty="0"/>
          </a:p>
        </p:txBody>
      </p:sp>
      <p:pic>
        <p:nvPicPr>
          <p:cNvPr id="6" name="Image 1" descr="/sessions/eager-charming-feynman/mnt/MiniProject/docs/figures/failure_ca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906" y="1691640"/>
            <a:ext cx="3546987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5120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scores — some are ground-truth issues, not detection errors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021: the system finds real crazing on the painted lane line that CrackForest did not annotate → a pixel metric punishes finding what the annotator did not draw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3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&amp; 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at 7.0 ms/image (143 img/s) — light enough for small hardware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3A4046"/>
          </a:solidFill>
          <a:ln w="12700">
            <a:solidFill>
              <a:srgbClr val="4E55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5603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Edge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to run on ESP32/FPGA with inspection drones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28600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3A4046"/>
          </a:solidFill>
          <a:ln w="12700">
            <a:solidFill>
              <a:srgbClr val="4E55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25603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step 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discards 20.2% of found crack pixels — recoverable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28600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3A4046"/>
          </a:solidFill>
          <a:ln w="12700">
            <a:solidFill>
              <a:srgbClr val="4E55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5603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width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millimetres to grade crack severity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2286000"/>
            <a:ext cx="2651760" cy="2011680"/>
          </a:xfrm>
          <a:prstGeom prst="roundRect">
            <a:avLst>
              <a:gd name="adj" fmla="val 3182"/>
            </a:avLst>
          </a:prstGeom>
          <a:solidFill>
            <a:srgbClr val="3A4046"/>
          </a:solidFill>
          <a:ln w="12700">
            <a:solidFill>
              <a:srgbClr val="4E55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5603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indoor concrete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3611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is road surface, harder than the brief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tuned traditional image processing reaches Dice 0.5024 on real images, and Adaptive Threshold beats Otsu/Canny/Sobel on 102 of 118 images.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2026-09-22T03:26:48Z</dcterms:created>
  <dcterms:modified xsi:type="dcterms:W3CDTF">2026-09-22T03:26:48Z</dcterms:modified>
</cp:coreProperties>
</file>