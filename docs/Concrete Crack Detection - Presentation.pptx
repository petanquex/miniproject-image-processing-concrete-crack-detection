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1] สวัสดีครับ/ค่ะ วันนี้นำเสนอโปรเจกต์ระบบตรวจจับรอยร้าวบนพื้นผิวคอนกรีต ด้วยการประมวลผลภาพแบบดั้งเดิม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1] ที่มาจากแผ่นดินไหว รอยร้าวเป็นสัญญาณเตือนแรก แต่ตรวจด้วยคนช้าและขึ้นกับประสบการณ์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1] จุดประสงค์คือแยกรอยร้าวจริงจากพื้นผิวปกติ ใช้ traditional IP ล้วน ทดสอบบน CrackForest 118 ภาพ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2] ไปป์ไลน์ 4 ขั้น จะเห็นว่าขั้น 3-4 ทำหน้าที่กำจัด noise ที่ขั้น 2 ติดมา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2] อธิบายแต่ละขั้น: pre-processing, adaptive threshold, morphology, shape analysis พารามิเตอร์มาจาก grid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3] วัดผลระดับพิกเซล แยกภาพฝึกกับภาพทดสอบ และไม่ใช้ accuracy เพราะข้อมูลไม่สมดุล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3] อธิบายตัวชี้วัด: นับ TP/FP/FN ทีละพิกเซล  Precision = ถูกจริงกี่ % ของที่ทาย, Recall = จับได้กี่ % ของจริง, IoU = ความซ้อนทับ, Dice = เลขหลักที่รายงาน สองตัวแรกบอกมั่ว/พลาดแยกกัน สองตัวหลังรวมเป็นตัวเดียว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3] ผลหลัก Dice 0.5024 จาก 0.3201 จุดที่เปลี่ยนมากคือ precision ที่เพิ่มเท่าตัว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3] Adaptive ชนะวิธีอื่น 102/118 ภาพ เพราะ edge และ otsu ไวต่อ texture และเงา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3] อธิบายรอบการจูน: baseline เดาค่า precision ต่ำ / รอบ 1 grid search แรกดัน precision / รอบ 2 ขยาย grid + ข้าม morphology ได้ recall ฟื้น / รอบ 3 นับ area จริง เปลี่ยนเป็น circularity และแบ่ง train-held 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3] ตัวอย่างผลดีและล้มเหลว บางกรณีเป็นปัญหาของภาพเฉลยเอง ไม่ใช่ของระบบ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[สมาชิก 1] ต่อยอดสู่ Edge AI/โดรน ไปป์ไลน์เร็วพอ และสรุปผลงาน ขอบคุณครับ/ค่ะ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310896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1792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32688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IMAGE PROCESSING · MINI PROJECT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ระบบตรวจจับรอยร้าวบนพื้นผิวคอนกรีต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1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ตรวจจับรอยร้าวเชิงโครงสร้างด้วยการประมวลผลภาพแบบดั้งเดิม (ไม่ใช้ Deep Learning) วัดผลบน CrackForest 118 ภาพ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นำเสนอโดย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สมาชิก 1  ·  สมาชิก 2  ·  สมาชิก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ปัญหาและแรงบันดาลใจ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ทำไมต้องตรวจจับรอยร้าวอัตโนมัติ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ตุการณ์แผ่นดินไหวที่กระทบประเทศไทยทำให้ความปลอดภัยของอาคารและโครงสร้างพื้นฐานถูกให้ความสำคัญมากขึ้น รอยร้าวบนคอนกรีตเป็นสัญญาณเตือนแรกสุดของการเสื่อมสภาพเชิงโครงสร้าง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0" y="18745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0" y="21488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26680" y="19842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ตรวจด้วยสายตา ช้าและแพง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พื้นที่ใหญ่หรือจุดเข้าถึงยาก ใช้เวลานาน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30175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86600" y="32918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26680" y="31272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ผลขึ้นกับคน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ความแม่นยำต่างกันตามประสบการณ์ผู้ตรวจ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41605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44348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26680" y="42702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ต้องการตัวช่วยคัดกรอง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ให้คอมพิวเตอร์ชี้จุดที่ควรตรวจซ้ำ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จุดประสงค์และขอบเขต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E33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จุดประสงค์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ตรวจจับรอยร้าวบนคอนกรีตอัตโนมัติ และแยกรอยร้าวจริงออกจากผิวขรุขระ รูพรุน หรือรอยเปื้อน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ทำนายระดับพิกเซล (pixel-level segmentation) — ตัดสินทุกพิกเซลว่าเป็นรอยร้าวหรือไม่ ได้ผลเป็น binary mask ไม่ใช่แค่บอกว่าทั้งภาพมี/ไม่มีรอยร้าว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3697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1272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เทคนิค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58444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Traditional Image Processing ล้วน (OpenCV) ไม่ใช้ Deep Learning เพื่อพิสูจน์ลอจิกทางคณิตศาสตร์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92608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323697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1272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358444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CrackForest 118 ภาพ 480×320 มีภาพเฉลยระดับพิกเซล (แปลงจาก .mat เป็น PNG)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97433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64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การแบ่งงาน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32180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 1 เตรียมภาพ · คน 2 อัลกอริทึม+จูน · คน 3 วัดผล+สรุป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66344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97433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864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นอกขอบเขต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532180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ประเมินความรุนแรง วัดความกว้างจริง และงานวิดีโอเรียลไทม์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ภาพรวมไปป์ไลน์ 4 ขั้นตอน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จากภาพถ่าย → mask รอยร้าวที่สะอาด</a:t>
            </a:r>
            <a:endParaRPr lang="en-US" sz="1500" dirty="0"/>
          </a:p>
        </p:txBody>
      </p:sp>
      <p:pic>
        <p:nvPicPr>
          <p:cNvPr id="4" name="Image 0" descr="/sessions/eager-charming-feynman/mnt/MiniProject/docs/figures/pipeline_st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28800"/>
            <a:ext cx="86868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เทา → ปรับ contrast → Adaptive Threshold (ยังมี noise) → Morphology → กรองรูปทรง → ผลสุดท้าย  เทียบภาพเฉลย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รูปที่ 1 — ผลของแต่ละขั้น (ภาพ 001 แถวบน, 074 แถวล่าง)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รายละเอียดแต่ละขั้นตอน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230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16230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Pre-processing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เทา, Gaussian blur, เพิ่ม contrast ด้วย CLAHE ให้รอยร้าวเข้มตัดกับพื้น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3374136"/>
            <a:ext cx="237744" cy="292608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48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45948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Adaptive Threshold เทียบพิกเซลกับเพื่อนบ้าน ทนแสงไม่สม่ำเสมอ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3374136"/>
            <a:ext cx="237744" cy="292608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666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5"/>
          <p:cNvSpPr/>
          <p:nvPr/>
        </p:nvSpPr>
        <p:spPr>
          <a:xfrm>
            <a:off x="75666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Morphological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Closing เชื่อมรอยที่ขาด, Opening ลบ noise เล็ก 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99448" y="3374136"/>
            <a:ext cx="237744" cy="292608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21" name="Shape 19"/>
          <p:cNvSpPr/>
          <p:nvPr/>
        </p:nvSpPr>
        <p:spPr>
          <a:xfrm>
            <a:off x="95554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384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5384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383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Shape Analysis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กรองด้วยพื้นที่ + circularity เก็บเฉพาะเส้นเรียว ทิ้งจุดกลม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พารามิเตอร์ทุกค่าได้จาก grid search ไม่ได้ตั้งด้วยการเดา (เก็บใน outputs/tuned_params.json)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วิธีวัดผลให้เชื่อถือได้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วัดระดับพิกเซล + แยกภาพฝึกกับภาพทดสอบ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475488" cy="475488"/>
          </a:xfrm>
          <a:prstGeom prst="ellipse">
            <a:avLst/>
          </a:prstGeom>
          <a:solidFill>
            <a:srgbClr val="2E33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 train / held-out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ค้นหาพารามิเตอร์จาก 59 ภาพ แล้ววัดผลบนอีก 59 ภาพที่ไม่เคยเห็น ช่องว่างเหลือเพียง 0.001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84448"/>
            <a:ext cx="475488" cy="475488"/>
          </a:xfrm>
          <a:prstGeom prst="ellipse">
            <a:avLst/>
          </a:prstGeom>
          <a:solidFill>
            <a:srgbClr val="2E333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84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33756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เลือกที่ดีและนิ่ง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แบ่งภาพฝึกเป็น 5 กลุ่ม เลือกชุด (ค่าเฉลี่ย − ส่วนเบี่ยงเบน) สูงสุด กันผลฟลุก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001768"/>
            <a:ext cx="475488" cy="475488"/>
          </a:xfrm>
          <a:prstGeom prst="ellipse">
            <a:avLst/>
          </a:prstGeom>
          <a:solidFill>
            <a:srgbClr val="2E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001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75488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ไม่ใช้ Accuracy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รอยร้าวมีแค่ 2.29% ตอบ "ไม่มีรอยร้าว" ทุกพิกเซลก็ได้ 0.977 — ใช้ IoU และ Dice แทน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ตัวชี้วัดที่ใช้วัดผล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วัดทีละพิกเซล เทียบ mask ที่ทายกับภาพเฉลย</a:t>
            </a:r>
            <a:endParaRPr lang="en-US" sz="1500" dirty="0"/>
          </a:p>
        </p:txBody>
      </p:sp>
      <p:pic>
        <p:nvPicPr>
          <p:cNvPr id="4" name="Image 0" descr="/sessions/eager-charming-feynman/mnt/MiniProject/docs/figures/metric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757" y="1737360"/>
            <a:ext cx="5614165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3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TP</a:t>
            </a:r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ถูก   </a:t>
            </a:r>
            <a:pPr algn="ctr" indent="0" marL="0">
              <a:buNone/>
            </a:pPr>
            <a:r>
              <a:rPr lang="en-US" sz="1400" b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FP</a:t>
            </a:r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ทายเกิน   </a:t>
            </a:r>
            <a:pPr algn="ctr" indent="0" marL="0">
              <a:buNone/>
            </a:pPr>
            <a:r>
              <a:rPr lang="en-US" sz="1400" b="1" dirty="0">
                <a:solidFill>
                  <a:srgbClr val="2E5E8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FN</a:t>
            </a:r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พลาด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440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จากงานจริง 118 ภาพ:  TP 180,802 · FP 171,802 · FN 233,636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737360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847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2940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29400" y="23957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ที่ทายว่ารอยร้าว ถูกจริงกี่ % (ลดเตือนลวง)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862072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Recall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29400" y="33649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326880" y="2953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29400" y="3520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รอยร้าวจริงทั้งหมด จับได้กี่ % (ลดที่พลาด)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3986784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4096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IoU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29400" y="44897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 + FN)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26880" y="40782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0.35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629400" y="46451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ความซ้อนทับของสองพื้นที่ · มาตรฐาน segmentation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5111496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BEEDD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52212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Dice (F1)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629400" y="56144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2·TP / (2·TP + FP + FN)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26880" y="52029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0.50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629400" y="57698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เฉลี่ยฮาร์มอนิกของ P&amp;R · เลขหลักที่รายงาน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ผลการทดลอง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ค่าเฉลี่ยระดับพิกเซลบนภาพจริงทั้ง 118 ภาพ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Dice (F1)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0.5024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 0.3201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IoU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0.3533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 0.2051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0.5273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 0.2479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0.5732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0684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 0.5982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พัฒนาการของ Dice ตามรอบการจูน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ค่าเริ่มต้น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รอบ 1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รอบ 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รอบ 3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Precision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0.2479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0.5349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0.4990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0.5273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Recall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0.5982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0.5194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0.5781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0.5732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IoU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0.2051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0.3399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0.3492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0.3533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Dice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0.3201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0.4872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0.4991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0.5024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Precision เพิ่มกว่าเท่าตัว = ระบบเลิกทายพื้นผิวธรรมดาว่าเป็นรอยร้าว ขณะที่ Recall ลดเพียงเล็กน้อย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เทียบกับวิธีอื่น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ทุกวิธีจูนด้วยกระบวนการเดียวกัน เปิดครบ 4 ขั้นตอน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005840"/>
                <a:gridCol w="9144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วิธี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Dice (กันไว้)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Dice (118)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ชนะขาด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False Positive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Adaptive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0.5105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0.5024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102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171,802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Sobel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0.3159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0.2927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8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463,628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Otsu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0.2257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0.2428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392,289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Canny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0.2237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0.2107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1,457,995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5577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Edge (Canny/Sobel) ตอบสนองต่อ texture ยางมะตอย ขอบคราบ และเงา ส่วน Otsu ใช้ค่าขีดแบ่งค่าเดียวทั้งภาพ จึงตัดเงามาเป็นรอยร้าว Adaptive ถามคำถามที่เจาะจงกว่า: พิกเซลนี้มืดกว่าเพื่อนบ้านไหม</a:t>
            </a:r>
            <a:endParaRPr lang="en-US" sz="1400" dirty="0"/>
          </a:p>
        </p:txBody>
      </p:sp>
      <p:pic>
        <p:nvPicPr>
          <p:cNvPr id="6" name="Image 0" descr="/sessions/eager-charming-feynman/mnt/MiniProject/docs/figures/metho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600325"/>
            <a:ext cx="5120640" cy="24803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0" y="5806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รูปที่ 2 — mask จากแต่ละวิธีบนภาพเดียวกัน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รอบการจูน — เปลี่ยนอะไรบ้าง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 baseline ที่ตั้งค่าด้วยการเดา สู่ค่าที่ค้นด้วย grid search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41248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รอบ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Dice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สิ่งที่ปรับ / พารามิเตอร์ที่เปลี่ยน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Baseline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0.3201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ตั้งค่าพารามิเตอร์ด้วยการเดา ยังไม่ได้ search — precision ต่ำ (0.25) เพราะ noise หลุดผ่านเยอะ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รอบ 1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0.4872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grid search แรกบน block_size, C, kernel ของ morphology และ min_area — จูนให้ precision พุ่งจาก 0.25 เป็น 0.53 (ค่าที่ดีสุดไปติดขอบ grid)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รอบ 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0.4991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ขยายขอบเขต grid ออก (เพราะรอบ 1 ไปติดขอบ) และอนุญาตให้ข้าม morphological step ได้ — recall ฟื้นขึ้นโดย precision ไม่ตก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5670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รอบ 3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670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0.5024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2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นับพื้นที่เป็นจำนวน pixel จริง, เปลี่ยนเกณฑ์รูปทรงจาก aspect ratio เป็น circularity, และแบ่ง train/held-out เลือกชุดที่ "ดีและนิ่ง" (gap เหลือ 0.001)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ทุกรอบเลือกพารามิเตอร์จากภาพฝึก แล้ววัดผลบนภาพที่กันไว้ ไม่ได้จูนเข้ากับภาพทดสอบ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ตัวอย่างผลลัพธ์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ต้นฉบับ · ภาพเฉลย · ผลทำนาย · ซ้อนทับ</a:t>
            </a:r>
            <a:endParaRPr lang="en-US" sz="1500" dirty="0"/>
          </a:p>
        </p:txBody>
      </p:sp>
      <p:pic>
        <p:nvPicPr>
          <p:cNvPr id="4" name="Image 0" descr="/sessions/eager-charming-feynman/mnt/MiniProject/docs/figures/success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626" y="1691640"/>
            <a:ext cx="3546987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7A5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กรณีที่ทำงานได้ดี — รอยร้าว contrast ชัด พื้นหลังสม่ำเสมอ</a:t>
            </a:r>
            <a:endParaRPr lang="en-US" sz="1200" dirty="0"/>
          </a:p>
        </p:txBody>
      </p:sp>
      <p:pic>
        <p:nvPicPr>
          <p:cNvPr id="6" name="Image 1" descr="/sessions/eager-charming-feynman/mnt/MiniProject/docs/figures/failure_ca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906" y="1691640"/>
            <a:ext cx="3546987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7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กรณีที่คะแนนต่ำ — บางภาพเป็นปัญหาของภาพเฉลยเอง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7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 021: ระบบจับรอยแตกลายงาบนเส้นจราจรที่เป็นรอยจริง แต่ภาพเฉลยไม่ได้ทำเครื่องหมายไว้ → ตัววัดระดับพิกเซลลงโทษการเจอสิ่งที่คนวาดเฉลยไม่ได้วาด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การต่อยอด และสรุป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ไปป์ไลน์เร็ว 7.0 ms/ภาพ (143 ภาพ/วินาที) — เหมาะกับการฝังลงฮาร์ดแวร์เล็ก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ฝัง Edge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ปรับให้เบาลง รันบน ESP32/FPGA + โดรนสำรวจ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ปรับขั้นที่ 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ยังตัดรอยร้าวจริงทิ้ง 20.2% เก็บกลับได้อีก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วัดความกว้างจริง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แปลงเป็นมิลลิเมตรเพื่อประเมินความรุนแรง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ทดสอบผิวในอาคาร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ชุดข้อมูลปัจจุบันเป็นผิวถนน ยากกว่าโจทย์ตั้งต้น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87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การประมวลผลภาพแบบดั้งเดิมที่จูนอย่างเป็นระบบ ได้ Dice 0.5024 บนภาพจริง และ Adaptive Threshold ชนะ Otsu/Canny/Sobel 102 จาก 118 ภาพ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ขอบคุณครับ/ค่ะ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2026-09-22T05:36:46Z</dcterms:created>
  <dcterms:modified xsi:type="dcterms:W3CDTF">2026-09-22T05:36:46Z</dcterms:modified>
</cp:coreProperties>
</file>